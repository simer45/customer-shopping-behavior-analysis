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E6FB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Discount</c:v>
                </c:pt>
              </c:strCache>
            </c:strRef>
          </c:tx>
          <c:spPr>
            <a:solidFill>
              <a:srgbClr val="7D8B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975</c:v>
                </c:pt>
                <c:pt idx="1">
                  <c:v>1248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Discount Applied</c:v>
                </c:pt>
              </c:strCache>
            </c:strRef>
          </c:tx>
          <c:spPr>
            <a:solidFill>
              <a:srgbClr val="C99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1677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3CB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C3E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3CBD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C3E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954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Fall</c:v>
                  </c:pt>
                  <c:pt idx="1">
                    <c:v>Spring</c:v>
                  </c:pt>
                  <c:pt idx="2">
                    <c:v>Winter</c:v>
                  </c:pt>
                  <c:pt idx="3">
                    <c:v>Summer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60018</c:v>
                </c:pt>
                <c:pt idx="1">
                  <c:v>58679</c:v>
                </c:pt>
                <c:pt idx="2">
                  <c:v>58607</c:v>
                </c:pt>
                <c:pt idx="3">
                  <c:v>55777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2C3E50"/>
          </a:solidFill>
          <a:ln/>
        </p:spPr>
      </p:sp>
      <p:pic>
        <p:nvPicPr>
          <p:cNvPr id="3" name="Image 0" descr="/home/claude/hero_icon_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389120" cy="6583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1965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&amp; SALES ANALYTICS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237744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42519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Purchase Drivers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Simerpreet Kaur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463040"/>
            <a:ext cx="9509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i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9509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noticed shifting purchasing patterns across demographics, product categories, and sales channels — and wants to know which factors actually drive purchase decisions and repeat purchases: discounts, reviews, seasons, or payment preferences.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2F2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transaction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2F2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behavior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2F2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Review Rating column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dataset using pandas.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check and summary statistics.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2148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Review Rating with category-wise medians.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34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29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486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 groups and purchase frequency in days.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42519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4434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029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486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MySQL via SQLAlchemy for SQL analysis.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Business, In Five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C3E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C3E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C3E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C3E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2C3E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840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3291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reflects customers with more than one recorded purchase in this dataset — read as “share with prior purchase history,” not a literal retention rate.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 by a Wide Margin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1031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2377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$104K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108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revenue — nearly half of all category revenue combined.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2062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 (Gloves, Sandals, Boots, Hat, Skirt) cluster tightly between 3.78 and 3.86 — no single standout favorite.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DRIVERS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Spend &amp; Loyalty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AFA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87452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8745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$58.51 (rating &lt; 3)  vs.  $60.52 (rating 4+)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AFA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1576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71576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positive effect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1576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$59.28 (used)  vs.  $60.13 (not used)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AFA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5701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55701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55701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$58.95 – $60.92 across 6 methods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AFA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39826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398264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398264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 (subscribed)  vs.  $59.87 (not)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BF3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23951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239512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effect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23951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$60,018  vs.  Summer $55,777  (~8% gap)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four factors specifically asked about, three show no meaningful effect — one, season, shows a real pattern.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 discounts went to male customers.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to female customers.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320040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3200400"/>
            <a:ext cx="4480560" cy="3200400"/>
          </a:xfrm>
          <a:prstGeom prst="roundRect">
            <a:avLst>
              <a:gd name="adj" fmla="val 2286"/>
            </a:avLst>
          </a:prstGeom>
          <a:solidFill>
            <a:srgbClr val="34495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0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611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$157,890  vs.  $75,191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4160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already generate more than double the revenue of female customers.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5074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53492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shows no measurable lift in spend or loyalty, yet the entire budget is concentrated on the segment least needing it. Audit the policy's return before continuing it.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and Clothing Are the Real Levers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10312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5420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~8% gap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00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outperforms Summer — the only season with a real, measurable lift in this dataset.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297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55371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Clothing's lead in category revenue, this is the clearest, most defensible place to concentrate seasonal marketing and inventory.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Data-Backed Moves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2F2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3E6F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discount program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show no return and go 100% to male customers. Test extending to female customers or cut spend where it isn't earning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2F2F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3E6F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148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loyalty around real behavior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8346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 doesn't predict spend or repeat purchases. Build tiers on actual purchase history instead.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2F2F0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3E6F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805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Fall and Clothing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663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combination with a proven revenue lift. Concentrate seasonal marketing and inventory here.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2519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2F2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526280"/>
            <a:ext cx="502920" cy="502920"/>
          </a:xfrm>
          <a:prstGeom prst="ellipse">
            <a:avLst/>
          </a:prstGeom>
          <a:solidFill>
            <a:srgbClr val="3E6F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805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Young Adults &amp; Express shippers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663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segments already show above-average value — the clearest place to focus acquisition spend.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D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—  Prepared by Simerpreet Kaur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2026-09-05T16:14:59Z</dcterms:created>
  <dcterms:modified xsi:type="dcterms:W3CDTF">2026-09-05T16:14:59Z</dcterms:modified>
</cp:coreProperties>
</file>